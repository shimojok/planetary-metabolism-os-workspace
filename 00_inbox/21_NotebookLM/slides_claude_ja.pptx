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白書  ·  MBT55  ·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気候変動と
</a:t>
            </a:r>
            <a:pPr indent="0" marL="0">
              <a:buNone/>
            </a:pPr>
            <a:r>
              <a:rPr lang="en-US" sz="38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の科学的・応用的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ポテンシャル総覧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6400800" cy="7315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BioTransformation 55 — 自然の代謝系と社会の再接続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828800" cy="1828800"/>
          </a:xfrm>
          <a:prstGeom prst="ellipse">
            <a:avLst/>
          </a:prstGeom>
          <a:solidFill>
            <a:srgbClr val="4A6741">
              <a:alpha val="30000"/>
            </a:srgbClr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371600"/>
            <a:ext cx="1280160" cy="1280160"/>
          </a:xfrm>
          <a:prstGeom prst="ellipse">
            <a:avLst/>
          </a:prstGeom>
          <a:solidFill>
            <a:srgbClr val="7A9E71">
              <a:alpha val="40000"/>
            </a:srgbClr>
          </a:solidFill>
          <a:ln w="6350">
            <a:solidFill>
              <a:srgbClr val="7A9E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地球システム危機と循環構造の再定義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MBT55微生物群によるカーボン循環再構築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Sustainable Cycle モデル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多次元的インパクト評価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第5章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政策提案と実装ロードマップ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地球システム危機と循環構造の再定義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12344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「代謝危機」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402336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気候変動、土壌劣化、食料安全保障、健康格差は個別の課題ではなく、一つの統合された危機として捉える必要がある。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97680" cy="12344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MBT55の解決策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170432"/>
            <a:ext cx="429768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炭素・窒素・リン・水の循環を「生態的ハイパーサイクル」として再統合し、生物圏の自己修復能力を社会システムに再接続する。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再接続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電子・元素・代謝経路の再構築により自然のバランスを復元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再接続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農業・廃棄物・健康・教育を統合し循環経済を構築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経済的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再接続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炭素クレジット創出とコスト削減の同時達成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約10%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廃棄物・食料ロスが占める世界GHG排出割合   </a:t>
            </a:r>
            <a:pPr algn="ctr"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97億人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2050年の世界人口予測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MBT55微生物群の生態学的構成とM³-BioSynergy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好気性 55%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嫌気性 45%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土壌生態系の酸化還元バランスを模倣し、自然的プロセスを再生する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011680" cy="13716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でんぷん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分解菌群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subtilis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Paenibacillus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719072"/>
            <a:ext cx="2011680" cy="137160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タンパク質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分解菌群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licheniformis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2011680" cy="137160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セルロース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分解菌群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Streptomyces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719072"/>
            <a:ext cx="2011680" cy="137160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窒素固定菌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Azotobacter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Rhizobium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M³-BioSynergy System（エムキューブ バイオシナジーシステム）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微生物共生ネットワーク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120種の菌が形成する協働関係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576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栄養カスケード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基質が段階的に分解される流れ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生態学的ハイパーサイクル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自己循環型の動的平衡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主要数理モデル：電子フロー・SOC形成モデル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炭素固定比率（Carbon Fixation Ratio）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= λ × Ed / (Ed + Km)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λ：最大固定率　|　Ed：電子供与体生成効率　|　Km：電子飽和定数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SOC形成モデル（差分方程式）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423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dCs/dt = I - kd*Cs + fm(MBT55)*η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" y="2971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Cs：土壌有機炭素量（t-C/ha）　|　fm(MBT55)：炭素安定化関数（0–1）　|　η：電子再固定効率（0.2–0.8）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1.8〜2.6倍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通常の堆肥処理と比較したSOC蓄積率の増加
</a:t>
            </a:r>
            <a:pPr algn="ctr" indent="0" marL="0"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最適条件：C/N比20〜25　|　土壌pH 6.5〜7.2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Sustainable Cycle — 生態経済システム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多くの有機性物質を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24時間</a:t>
            </a:r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で完全に発酵・分解し、有用な代謝物を生成するシステム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7772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45920"/>
            <a:ext cx="320040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物質レイヤー（Biophysical Cycle）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45920"/>
            <a:ext cx="521208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廃棄物 → 分解 → 再生資源 → 農業・エネルギー利用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8595360" cy="7772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560320"/>
            <a:ext cx="320040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情報レイヤー（Bio-Informatic Cycle）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5603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560320"/>
            <a:ext cx="521208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AI統合 · 分散的データ同化 · バイオ・ナレッジ・グラフ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77724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経済レイヤー（Eco-Financial Cycle）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4747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474720"/>
            <a:ext cx="521208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炭素クレジット · グリーンプレミアム · 循環による価値生成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生成資材：機能性堆肥  ·  発酵肥料  ·  機能性飼料  ·  プロバイオティクス  ·  医療用資材  ·  機能性食品材料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多次元的インパクト評価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141732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従来農法比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2011680" cy="141732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0592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CO₂吸収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換算量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1.2→2.4 t/ha/年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777240"/>
            <a:ext cx="2011680" cy="141732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土壌保水・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保肥性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有機分解効果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11680" cy="141732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国連FAO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再生型農業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グローバル基準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社会・経済インパクト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7432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+32〜48%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46304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25" name="Text 23"/>
          <p:cNvSpPr/>
          <p:nvPr/>
        </p:nvSpPr>
        <p:spPr>
          <a:xfrm>
            <a:off x="1536192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健康・腸内環境改善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36192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MBT由来プロバイオティクスによる腸内環境改善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7432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820人/年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216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0" name="Text 28"/>
          <p:cNvSpPr/>
          <p:nvPr/>
        </p:nvSpPr>
        <p:spPr>
          <a:xfrm>
            <a:off x="5925312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雇用創出（ケニア）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25312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パイロット地区あたり（42%が女性・若年層）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35204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年120USD/人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46304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5" name="Text 33"/>
          <p:cNvSpPr/>
          <p:nvPr/>
        </p:nvSpPr>
        <p:spPr>
          <a:xfrm>
            <a:off x="1536192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医療費削減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36192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地域における一人あたり推定削減効果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5204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5216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40" name="Text 38"/>
          <p:cNvSpPr/>
          <p:nvPr/>
        </p:nvSpPr>
        <p:spPr>
          <a:xfrm>
            <a:off x="5925312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GDP寄与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925312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地域総生産への貢献（乗数効果含む）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統合持続性指数（SI）: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/ 1.0  </a:t>
            </a:r>
            <a:pPr algn="ctr"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国際SDGスコア平均（0.63）を大幅に上回る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0" y="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グローバル実装ロードマップ — Phase 1〜5（2025–2050）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822960" cy="822960"/>
          </a:xfrm>
          <a:prstGeom prst="ellipse">
            <a:avLst/>
          </a:prstGeom>
          <a:solidFill>
            <a:srgbClr val="7A9E71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3619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solidFill>
            <a:srgbClr val="7A9E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科学的基盤整備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SOC係数±0.03以内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炭素市場登録2件以上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749808"/>
            <a:ext cx="822960" cy="82296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7355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パイロット展開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ケニア・ルワンダ・インド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2万ha · 8.4万t-CO₂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雇用5,000人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749808"/>
            <a:ext cx="822960" cy="82296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1091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国際標準化・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金融商品化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年利4.5〜6%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ESG基金登録3件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97880" y="749808"/>
            <a:ext cx="822960" cy="82296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74827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分散型AI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管理ネットワーク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Microbial Brain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稼働率98%以上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35240" y="749808"/>
            <a:ext cx="822960" cy="822960"/>
          </a:xfrm>
          <a:prstGeom prst="ellipse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22376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2035–50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地球規模展開・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知的エコシステム化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1億t-CO₂/年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参加50カ国以上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主要パートナー：Gates Ag One / Microsoft Research  ·  CGIAR / FAO  ·  HealthBook / WHO  ·  UNESCO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096512"/>
            <a:ext cx="8595360" cy="841248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4096512"/>
            <a:ext cx="8595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「Net Zeroを超えて、Bio-Positiveへ。」
</a:t>
            </a:r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微生物科学 × 人間社会 × データ技術 が三位一体となった</a:t>
            </a:r>
            <a:pPr algn="ctr" indent="0" marL="0"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「知的地球システム（Intelligent Earth System）」の原型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目指す未来：
</a:t>
            </a:r>
            <a:pPr indent="0" marL="0">
              <a:buNone/>
            </a:pPr>
            <a:r>
              <a:rPr lang="en-US" sz="30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「生命を循環させる文明」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Carbon Negative   —   2050年までに年間1億t-CO₂を除去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Health Positive   —   腸内環境データによる世界規模の疾患予防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循環型経済   —   Carbon Loop Bond · グリーンプレミアム · 生命活動価値化単位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github.com/shimojok/mbt55-climate-overview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気候変動とMBT55の科学的・応用的ポテンシャル総覧</dc:title>
  <dc:subject>PptxGenJS Presentation</dc:subject>
  <dc:creator>MBT55 Research</dc:creator>
  <cp:lastModifiedBy>MBT55 Research</cp:lastModifiedBy>
  <cp:revision>1</cp:revision>
  <dcterms:created xsi:type="dcterms:W3CDTF">2026-02-26T14:32:27Z</dcterms:created>
  <dcterms:modified xsi:type="dcterms:W3CDTF">2026-02-26T14:32:27Z</dcterms:modified>
</cp:coreProperties>
</file>